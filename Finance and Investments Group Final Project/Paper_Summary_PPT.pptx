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64"/>
  </p:normalViewPr>
  <p:slideViewPr>
    <p:cSldViewPr snapToGrid="0" snapToObjects="1">
      <p:cViewPr varScale="1">
        <p:scale>
          <a:sx n="112" d="100"/>
          <a:sy n="112" d="100"/>
        </p:scale>
        <p:origin x="4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Slide 1 – News Complexity &amp; Readability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News categorized into low vs. high difficulty using Flesch-Kincaid Readability Score.</a:t>
            </a:r>
          </a:p>
          <a:p>
            <a:r>
              <a:t>High-difficulty news requires greater language comprehension.</a:t>
            </a:r>
          </a:p>
          <a:p>
            <a:r>
              <a:t>Advanced LLMs like GPT-4 outperform simpler models on complex text.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– Articles vs. Press Releases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News articles: neutral, journalist-written, less strategic framing.</a:t>
            </a:r>
          </a:p>
          <a:p>
            <a:r>
              <a:t>Press releases: firm-issued, strategically worded to influence perception.</a:t>
            </a:r>
          </a:p>
          <a:p>
            <a:r>
              <a:t>Simple models (BERT, GPT-2) struggle with PR messaging; GPT-4 parses nuance well.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– Predictability Window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GPT-4 scores capture immediate market reaction to news.</a:t>
            </a:r>
          </a:p>
          <a:p>
            <a:r>
              <a:t>Predict returns strongly for the next two trading days.</a:t>
            </a:r>
          </a:p>
          <a:p>
            <a:r>
              <a:t>Predictability fades afterward → information absorbed by market.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Slide 4 – Strategy Performance Over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r>
              <a:t>Evidence of declining predictability as GPT adoption increases.</a:t>
            </a:r>
          </a:p>
          <a:p>
            <a:r>
              <a:t>Annualized Sharpe ratio trend:</a:t>
            </a:r>
          </a:p>
          <a:p>
            <a:r>
              <a:t>• 2021 Q4: 6.54</a:t>
            </a:r>
          </a:p>
          <a:p>
            <a:r>
              <a:t>• 2022: 3.68</a:t>
            </a:r>
          </a:p>
          <a:p>
            <a:r>
              <a:t>• 2023: 2.33</a:t>
            </a:r>
          </a:p>
          <a:p>
            <a:r>
              <a:t>Indicates improving market efficiency.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Slide 5 – Model: Information Precision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r>
              <a:t>News signal: s = μd + ε,   ε ~ N(0, 1/τS).</a:t>
            </a:r>
          </a:p>
          <a:p>
            <a:r>
              <a:t>Information precisions:</a:t>
            </a:r>
          </a:p>
          <a:p>
            <a:r>
              <a:t>• Attentive: τA = γA τS</a:t>
            </a:r>
          </a:p>
          <a:p>
            <a:r>
              <a:t>• Inattentive: τI = ω τA</a:t>
            </a:r>
          </a:p>
          <a:p>
            <a:r>
              <a:t>• LLM: τL = λ(c, k) τS</a:t>
            </a:r>
          </a:p>
          <a:p>
            <a:r>
              <a:t>LLMs' precision increases with model size k and decreases with complexity 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 – Predictive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Return regression specification:</a:t>
            </a:r>
          </a:p>
          <a:p>
            <a:r>
              <a:t>ri,t+1 = ai + bt + γ' xi,t + εi,t+1</a:t>
            </a:r>
          </a:p>
          <a:p>
            <a:r>
              <a:t>xi,t includes ChatGPT sentiment score (YES=1, NO=-1, UNKNOWN=0).</a:t>
            </a:r>
          </a:p>
          <a:p>
            <a:r>
              <a:t>Firm and day fixed effects control for unobserved heterogeneity.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 – Data Sources &amp;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r>
              <a:t>Datasets used:</a:t>
            </a:r>
          </a:p>
          <a:p>
            <a:r>
              <a:t>• CRSP daily stock returns</a:t>
            </a:r>
          </a:p>
          <a:p>
            <a:r>
              <a:t>• News headlines dataset</a:t>
            </a:r>
          </a:p>
          <a:p>
            <a:r>
              <a:t>• RavenPack analytics</a:t>
            </a:r>
          </a:p>
          <a:p>
            <a:r>
              <a:t>• NYSE TAQ intraday trades and quotes</a:t>
            </a:r>
          </a:p>
          <a:p>
            <a:r>
              <a:t>Prompt used for headline scoring:</a:t>
            </a:r>
          </a:p>
          <a:p>
            <a:r>
              <a:t>'YES', 'NO', or 'UNKNOWN' + one-sentence reasoning.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29F0DEF-968B-5287-AFF4-A6A27A4C6A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5052" y="748823"/>
            <a:ext cx="4093896" cy="536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475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EBAD7D-E69D-2E0F-1D22-F53D4B34ED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8978" y="543083"/>
            <a:ext cx="4946043" cy="5771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128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332</Words>
  <Application>Microsoft Macintosh PowerPoint</Application>
  <PresentationFormat>On-screen Show (4:3)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 – News Complexity &amp; Readability</vt:lpstr>
      <vt:lpstr>Slide 2 – Articles vs. Press Releases</vt:lpstr>
      <vt:lpstr>Slide 3 – Predictability Window</vt:lpstr>
      <vt:lpstr>Slide 4 – Strategy Performance Over Time</vt:lpstr>
      <vt:lpstr>Slide 5 – Model: Information Precision</vt:lpstr>
      <vt:lpstr>Slide 6 – Predictive Regression</vt:lpstr>
      <vt:lpstr>Slide 7 – Data Sources &amp; Prompt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Mohapatra, Soumya R</cp:lastModifiedBy>
  <cp:revision>2</cp:revision>
  <dcterms:created xsi:type="dcterms:W3CDTF">2013-01-27T09:14:16Z</dcterms:created>
  <dcterms:modified xsi:type="dcterms:W3CDTF">2025-11-16T23:11:15Z</dcterms:modified>
  <cp:category/>
</cp:coreProperties>
</file>